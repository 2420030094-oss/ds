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904" r:id="rId9"/>
    <p:sldId id="90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mitha T" userId="d71bdd7f9d4c53eb" providerId="LiveId" clId="{CF0EDD1E-8C54-4CE0-8B8C-40A664532A35}"/>
    <pc:docChg chg="custSel modSld">
      <pc:chgData name="Susmitha T" userId="d71bdd7f9d4c53eb" providerId="LiveId" clId="{CF0EDD1E-8C54-4CE0-8B8C-40A664532A35}" dt="2026-09-10T05:37:38.272" v="0" actId="313"/>
      <pc:docMkLst>
        <pc:docMk/>
      </pc:docMkLst>
      <pc:sldChg chg="modSp mod">
        <pc:chgData name="Susmitha T" userId="d71bdd7f9d4c53eb" providerId="LiveId" clId="{CF0EDD1E-8C54-4CE0-8B8C-40A664532A35}" dt="2026-09-10T05:37:38.272" v="0" actId="313"/>
        <pc:sldMkLst>
          <pc:docMk/>
          <pc:sldMk cId="1843937772" sldId="257"/>
        </pc:sldMkLst>
        <pc:spChg chg="mod">
          <ac:chgData name="Susmitha T" userId="d71bdd7f9d4c53eb" providerId="LiveId" clId="{CF0EDD1E-8C54-4CE0-8B8C-40A664532A35}" dt="2026-09-10T05:37:38.272" v="0" actId="313"/>
          <ac:spMkLst>
            <pc:docMk/>
            <pc:sldMk cId="1843937772" sldId="257"/>
            <ac:spMk id="4" creationId="{380FC9E1-3889-5AFD-B844-AB1149E5B2A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761627"/>
              </p:ext>
            </p:extLst>
          </p:nvPr>
        </p:nvGraphicFramePr>
        <p:xfrm>
          <a:off x="8193271" y="4898509"/>
          <a:ext cx="3702050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T susmitha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2420030045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G Manvitha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2420030752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Akula Sindhuja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2420030094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404037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 SUNANDA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Analytics Dashboard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0FC9E1-3889-5AFD-B844-AB1149E5B2A6}"/>
              </a:ext>
            </a:extLst>
          </p:cNvPr>
          <p:cNvSpPr txBox="1"/>
          <p:nvPr/>
        </p:nvSpPr>
        <p:spPr>
          <a:xfrm>
            <a:off x="216568" y="1128563"/>
            <a:ext cx="1175886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academic performance is influenced by multiple factors, not just examination marks.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factors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attendance, study hours, previous scores, participation, and academic engagement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often analysed separately.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student data and isolated records make it difficult to identify meaningful performance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analysis based only on marks or overall averages may hide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differences and performance gaps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Educators may find it difficult to identify students showing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academic risk indicators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an early stage.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academic data are difficult to interpret without effective visualization and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analytics dashboard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transforms student data into meaningful insights and supports data-informed academic analysis.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963C8C-0D88-7000-649E-875152575BA1}"/>
              </a:ext>
            </a:extLst>
          </p:cNvPr>
          <p:cNvSpPr txBox="1"/>
          <p:nvPr/>
        </p:nvSpPr>
        <p:spPr>
          <a:xfrm>
            <a:off x="753979" y="1516554"/>
            <a:ext cx="1068404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academic performance using multiple factors.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relationships between attendance, study habits and grades.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patterns through interactive charts.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into meaningful performance categories.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potential academic risk indicators.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overall and individual-level performance insights.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data-driven academic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8359149"/>
              </p:ext>
            </p:extLst>
          </p:nvPr>
        </p:nvGraphicFramePr>
        <p:xfrm>
          <a:off x="274646" y="659745"/>
          <a:ext cx="11642705" cy="4656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Shahiri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Review on Predicting Students’ Performance Using Data Mining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data mining techniques for student performance prediction • Studied important student attributes</a:t>
                      </a:r>
                      <a:endParaRPr lang="en-US" sz="16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Data mining can identify important factors affecting performance • Helps educators improve student outcomes</a:t>
                      </a:r>
                      <a:endParaRPr lang="en-US" sz="18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important factors affecting performance • Helps educators improve student outcomes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Batool et al.</a:t>
                      </a:r>
                      <a:endParaRPr lang="en-IN" sz="18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Systematic review of ~260 studies • Compared prediction algorithms, features and tools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• Academic records and demographic factors are important predictors • ANN and Random Forest are widely used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• Irrelevant features can reduce prediction performance • Need for better feature selection and different input scenarios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Roslan &amp; Chen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Educational Data Mining for Student Performance Prediction: A Systematic Literature Review (2015–2021)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• PRISMA-based systematic review • </a:t>
                      </a:r>
                      <a:r>
                        <a:rPr lang="en-IN" sz="1400" dirty="0" err="1"/>
                        <a:t>Analyzed</a:t>
                      </a:r>
                      <a:r>
                        <a:rPr lang="en-IN" sz="1400" dirty="0"/>
                        <a:t> 58 research papers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• Student records and demographics are major factors • Classification is the most commonly used approach • Decision Tree is widely used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• Existing research focuses heavily on prediction/classification • Opportunity for broader analytics and visualization approaches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ED96D1-9332-902E-551F-1C92E9CE561E}"/>
              </a:ext>
            </a:extLst>
          </p:cNvPr>
          <p:cNvSpPr txBox="1"/>
          <p:nvPr/>
        </p:nvSpPr>
        <p:spPr>
          <a:xfrm>
            <a:off x="1363579" y="2566736"/>
            <a:ext cx="2217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Data Mining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Students' Academic Performance: A Survey Study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CB5437-EF73-5FAD-420F-E08BEDBC726F}"/>
              </a:ext>
            </a:extLst>
          </p:cNvPr>
          <p:cNvSpPr txBox="1"/>
          <p:nvPr/>
        </p:nvSpPr>
        <p:spPr>
          <a:xfrm>
            <a:off x="1090863" y="1732548"/>
            <a:ext cx="99300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Marks-centric analysis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Focuses mainly on final scores.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data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Attendance, study habits and scores are not viewed together.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reports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Limited interaction and exploration.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patterns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Trends and relationships are difficult to identify manually.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 segmentation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Different student performance profiles may be overlooked.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intervention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Potential risk indicators may remain unnoticed.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AC75-F3E3-C3BA-0D27-101CDD550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Innovation, Creativity, and Novelty</a:t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2173A-36D1-93BD-935E-931C15301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098"/>
            <a:ext cx="10515600" cy="4789865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IN" sz="8000" b="1" dirty="0"/>
              <a:t>Multi-Dimensional Performance Analytics:</a:t>
            </a:r>
            <a:r>
              <a:rPr lang="en-IN" sz="8000" dirty="0"/>
              <a:t> Integrates attendance, study hours, previous scores, participation and final grades to provide a comprehensive view of student performance. </a:t>
            </a:r>
          </a:p>
          <a:p>
            <a:pPr lvl="0"/>
            <a:r>
              <a:rPr lang="en-IN" sz="8000" b="1" dirty="0"/>
              <a:t>Interactive Data Visualization:</a:t>
            </a:r>
            <a:r>
              <a:rPr lang="en-IN" sz="8000" dirty="0"/>
              <a:t> Converts complex academic data into intuitive charts, KPI cards, filters and comparative visualizations for faster understanding. </a:t>
            </a:r>
          </a:p>
          <a:p>
            <a:pPr lvl="0"/>
            <a:r>
              <a:rPr lang="en-IN" sz="8000" b="1" dirty="0"/>
              <a:t>Student Performance Segmentation:</a:t>
            </a:r>
            <a:r>
              <a:rPr lang="en-IN" sz="8000" dirty="0"/>
              <a:t> Groups students into meaningful categories such as high, consistent, average and potentially at-risk performers. </a:t>
            </a:r>
          </a:p>
          <a:p>
            <a:pPr lvl="0"/>
            <a:r>
              <a:rPr lang="en-IN" sz="8000" b="1" dirty="0"/>
              <a:t>Academic Risk Identification:</a:t>
            </a:r>
            <a:r>
              <a:rPr lang="en-IN" sz="8000" dirty="0"/>
              <a:t> Highlights combinations of indicators such as low attendance, limited study hours, declining scores and inconsistent performance for early academic attention. </a:t>
            </a:r>
          </a:p>
          <a:p>
            <a:pPr lvl="0"/>
            <a:r>
              <a:rPr lang="en-IN" sz="8000" b="1" dirty="0"/>
              <a:t>Interactive Student-Level Insights:</a:t>
            </a:r>
            <a:r>
              <a:rPr lang="en-IN" sz="8000" dirty="0"/>
              <a:t> Enables users to move from overall performance trends to detailed individual and group-level analysis. </a:t>
            </a:r>
          </a:p>
          <a:p>
            <a:pPr marL="0" indent="0">
              <a:buNone/>
            </a:pPr>
            <a:r>
              <a:rPr lang="en-IN" sz="8000" b="1" dirty="0"/>
              <a:t>Key Novelty</a:t>
            </a:r>
          </a:p>
          <a:p>
            <a:r>
              <a:rPr lang="en-IN" sz="8000" dirty="0"/>
              <a:t>An </a:t>
            </a:r>
            <a:r>
              <a:rPr lang="en-IN" sz="8000" b="1" dirty="0"/>
              <a:t>integrated student analytics dashboard</a:t>
            </a:r>
            <a:r>
              <a:rPr lang="en-IN" sz="8000" dirty="0"/>
              <a:t> that goes beyond marks by combining </a:t>
            </a:r>
            <a:r>
              <a:rPr lang="en-IN" sz="8000" b="1" dirty="0"/>
              <a:t>EDA, statistical analysis, multi-factor visualization and performance segmentation</a:t>
            </a:r>
            <a:r>
              <a:rPr lang="en-IN" sz="8000" dirty="0"/>
              <a:t> to understand the </a:t>
            </a:r>
            <a:r>
              <a:rPr lang="en-IN" sz="8000" b="1" dirty="0"/>
              <a:t>patterns behind student performance</a:t>
            </a:r>
            <a:r>
              <a:rPr lang="en-IN" sz="8000" dirty="0"/>
              <a:t> and support data-driven academic decisions.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802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A70AA-C4A7-F78E-5B63-FA6207D96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800" b="1" dirty="0"/>
              <a:t>Feasibility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20F25-6D70-EEA7-2039-65C87B387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8129"/>
            <a:ext cx="10515600" cy="5470902"/>
          </a:xfrm>
        </p:spPr>
        <p:txBody>
          <a:bodyPr>
            <a:noAutofit/>
          </a:bodyPr>
          <a:lstStyle/>
          <a:p>
            <a:pPr lvl="0"/>
            <a:r>
              <a:rPr lang="en-IN" sz="2400" b="1" dirty="0"/>
              <a:t>Technical Feasibility:</a:t>
            </a:r>
            <a:r>
              <a:rPr lang="en-IN" sz="2400" dirty="0"/>
              <a:t> The dashboard can be developed using established technologies such as </a:t>
            </a:r>
            <a:r>
              <a:rPr lang="en-IN" sz="2400" b="1" dirty="0"/>
              <a:t>Python, Pandas, NumPy, Matplotlib, Seaborn and dashboard frameworks</a:t>
            </a:r>
            <a:r>
              <a:rPr lang="en-IN" sz="2400" dirty="0"/>
              <a:t> for data processing, analysis and visualization. </a:t>
            </a:r>
          </a:p>
          <a:p>
            <a:pPr lvl="0"/>
            <a:r>
              <a:rPr lang="en-IN" sz="2400" b="1" dirty="0"/>
              <a:t>Data Feasibility:</a:t>
            </a:r>
            <a:r>
              <a:rPr lang="en-IN" sz="2400" dirty="0"/>
              <a:t> Student datasets containing </a:t>
            </a:r>
            <a:r>
              <a:rPr lang="en-IN" sz="2400" b="1" dirty="0"/>
              <a:t>attendance, study hours, previous scores, participation and final grades</a:t>
            </a:r>
            <a:r>
              <a:rPr lang="en-IN" sz="2400" dirty="0"/>
              <a:t> can be used for analysis, testing and visualization. </a:t>
            </a:r>
          </a:p>
          <a:p>
            <a:pPr lvl="0"/>
            <a:r>
              <a:rPr lang="en-IN" sz="2400" b="1" dirty="0"/>
              <a:t>Implementation Feasibility:</a:t>
            </a:r>
            <a:r>
              <a:rPr lang="en-IN" sz="2400" dirty="0"/>
              <a:t> The project follows a structured pipeline of </a:t>
            </a:r>
            <a:r>
              <a:rPr lang="en-IN" sz="2400" b="1" dirty="0"/>
              <a:t>data collection, preprocessing, EDA, statistical analysis, visualization and dashboard development</a:t>
            </a:r>
            <a:r>
              <a:rPr lang="en-IN" sz="2400" dirty="0"/>
              <a:t>, making implementation systematic and manageable. </a:t>
            </a:r>
          </a:p>
          <a:p>
            <a:pPr lvl="0"/>
            <a:r>
              <a:rPr lang="en-IN" sz="2400" b="1" dirty="0"/>
              <a:t>Analytical Feasibility:</a:t>
            </a:r>
            <a:r>
              <a:rPr lang="en-IN" sz="2400" dirty="0"/>
              <a:t> Existing </a:t>
            </a:r>
            <a:r>
              <a:rPr lang="en-IN" sz="2400" b="1" dirty="0"/>
              <a:t>EDA, descriptive statistics and correlation analysis</a:t>
            </a:r>
            <a:r>
              <a:rPr lang="en-IN" sz="2400" dirty="0"/>
              <a:t> techniques can effectively identify relationships, trends and performance patterns within the student dataset. </a:t>
            </a:r>
          </a:p>
          <a:p>
            <a:pPr lvl="0"/>
            <a:r>
              <a:rPr lang="en-IN" sz="2400" b="1" dirty="0"/>
              <a:t>Operational Feasibility:</a:t>
            </a:r>
            <a:r>
              <a:rPr lang="en-IN" sz="2400" dirty="0"/>
              <a:t> The interactive dashboard provides </a:t>
            </a:r>
            <a:r>
              <a:rPr lang="en-IN" sz="2400" b="1" dirty="0"/>
              <a:t>KPI cards, charts and filters</a:t>
            </a:r>
            <a:r>
              <a:rPr lang="en-IN" sz="2400" dirty="0"/>
              <a:t>, allowing educators, administrators and students to explore performance insights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94828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818</Words>
  <Application>Microsoft Office PowerPoint</Application>
  <PresentationFormat>Widescreen</PresentationFormat>
  <Paragraphs>102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Innovation, Creativity, and Novelty </vt:lpstr>
      <vt:lpstr>Feasibility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manvitha reddy guduru</cp:lastModifiedBy>
  <cp:revision>36</cp:revision>
  <dcterms:created xsi:type="dcterms:W3CDTF">2026-08-08T06:33:56Z</dcterms:created>
  <dcterms:modified xsi:type="dcterms:W3CDTF">2026-09-11T03:15:42Z</dcterms:modified>
</cp:coreProperties>
</file>